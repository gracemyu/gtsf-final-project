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Volatility Modeling with GJR-GARCH, Yang–Zhang Estimation, and Macro Signals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Yu  |  GTSF Investments Committee: Quant Sector Mentorship  | 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1965960" cy="16276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6" name="Image 0" descr="fig_implied_realiz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1874520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vs Realized Vol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542032" y="1051560"/>
            <a:ext cx="1965960" cy="16276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9" name="Image 1" descr="fig_news_impac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87752" y="1097280"/>
            <a:ext cx="1874520" cy="1325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Impact Curve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626864" y="1051560"/>
            <a:ext cx="1965960" cy="16276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2" name="Image 2" descr="fig_correla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72584" y="1097280"/>
            <a:ext cx="1874520" cy="1325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26864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Correlations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6711696" y="1051560"/>
            <a:ext cx="1965960" cy="16276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5" name="Image 3" descr="fig_forecas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7416" y="1097280"/>
            <a:ext cx="1874520" cy="1325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11696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Forecast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Leverage Effect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0 (positive shocks have zero impact), γ = 0.229 (negative shocks drive all volatility). Persistence = 0.979.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Risk Premium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overestimates realized vol 84.6% of the time. Mean premium: 3.12%. Premium inverts during crises (2008, 2020).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Macro–Volatility Linkages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 negatively correlated with vol (ρ = −0.68). Credit spreads and unemployment rise with volatility regimes.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Performance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Forecast–realized correlation: 0.733. RMSE: 5.09%. Ljung–Box confirms model adequacy (all p &gt; 0.05).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OHLCV (2005–2026)  ·  VIX  ·  FRED Macro Data  ·  Yang–Zhang Estimator  ·  GJR-GARCH(1,1,1) with Student-t  ·  AIC/BIC Model Selection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Volatility Modeling with GJR-GARCH</dc:title>
  <dc:subject>PptxGenJS Presentation</dc:subject>
  <dc:creator>Grace Yu</dc:creator>
  <cp:lastModifiedBy>Grace Yu</cp:lastModifiedBy>
  <cp:revision>1</cp:revision>
  <dcterms:created xsi:type="dcterms:W3CDTF">2026-04-23T04:05:31Z</dcterms:created>
  <dcterms:modified xsi:type="dcterms:W3CDTF">2026-04-23T04:05:31Z</dcterms:modified>
</cp:coreProperties>
</file>