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Volatility Modeling with GJR-GARCH, Yang–Zhang Estimation, and Macro Signals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Yu  |  GTSF Investments Committee: Quant Sector Mentorship  |  April 2026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1965960" cy="16276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6" name="Image 0" descr="fig_news_impa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1874520" cy="1325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Impact Curve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542032" y="1051560"/>
            <a:ext cx="1965960" cy="16276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9" name="Image 1" descr="fig_news_impac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87752" y="1097280"/>
            <a:ext cx="1874520" cy="1325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42032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Impact Curve</a:t>
            </a:r>
            <a:endParaRPr lang="en-US" sz="750" dirty="0"/>
          </a:p>
        </p:txBody>
      </p:sp>
      <p:sp>
        <p:nvSpPr>
          <p:cNvPr id="11" name="Shape 7"/>
          <p:cNvSpPr/>
          <p:nvPr/>
        </p:nvSpPr>
        <p:spPr>
          <a:xfrm>
            <a:off x="4626864" y="1051560"/>
            <a:ext cx="1965960" cy="16276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12" name="Image 2" descr="fig_correl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72584" y="1097280"/>
            <a:ext cx="1874520" cy="1325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26864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Correlations</a:t>
            </a:r>
            <a:endParaRPr lang="en-US" sz="750" dirty="0"/>
          </a:p>
        </p:txBody>
      </p:sp>
      <p:sp>
        <p:nvSpPr>
          <p:cNvPr id="14" name="Shape 9"/>
          <p:cNvSpPr/>
          <p:nvPr/>
        </p:nvSpPr>
        <p:spPr>
          <a:xfrm>
            <a:off x="6711696" y="1051560"/>
            <a:ext cx="1965960" cy="16276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15" name="Image 3" descr="fig_forecas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7416" y="1097280"/>
            <a:ext cx="1874520" cy="1325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711696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 Forecast</a:t>
            </a:r>
            <a:endParaRPr lang="en-US" sz="750" dirty="0"/>
          </a:p>
        </p:txBody>
      </p:sp>
      <p:sp>
        <p:nvSpPr>
          <p:cNvPr id="17" name="Text 11"/>
          <p:cNvSpPr/>
          <p:nvPr/>
        </p:nvSpPr>
        <p:spPr>
          <a:xfrm>
            <a:off x="457200" y="2834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457200" y="320040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Leverage Effect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≈ 0 (positive shocks have zero impact), γ = 0.229 (negative shocks drive all volatility). Persistence = 0.979.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Risk Premium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overestimates realized vol 84.6% of the time. Mean premium: 3.12%. Premium inverts during crises (2008, 2020).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4754880" y="320040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Macro–Volatility Linkages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funds rate negatively correlated with vol (ρ = −0.68). Credit spreads and unemployment rise with volatility regimes.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 Performance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Forecast–realized correlation: 0.733. RMSE: 5.09%. Ljung–Box confirms model adequacy (all p &gt; 0.05).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5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 OHLCV (2005–2026)  ·  VIX  ·  FRED Macro Data  ·  Yang–Zhang Estimator  ·  GJR-GARCH(1,1,1) with Student-t  ·  AIC/BIC Model Selection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Volatility Modeling with GJR-GARCH</dc:title>
  <dc:subject>PptxGenJS Presentation</dc:subject>
  <dc:creator>Grace Yu</dc:creator>
  <cp:lastModifiedBy>Grace Yu</cp:lastModifiedBy>
  <cp:revision>1</cp:revision>
  <dcterms:created xsi:type="dcterms:W3CDTF">2026-04-23T03:52:46Z</dcterms:created>
  <dcterms:modified xsi:type="dcterms:W3CDTF">2026-04-23T03:52:46Z</dcterms:modified>
</cp:coreProperties>
</file>